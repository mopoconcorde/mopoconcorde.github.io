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351" y="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E4471-BB3F-4427-A07F-4F1A9EC37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8A05BB-F256-423B-8FF7-1B3ED91F8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E98E55-0BB2-4C05-B1A1-91BD10CC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C24EE5-0E7A-4C10-BDCB-2548C3B7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2DEE7-AC9B-4552-A8E5-93060603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95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C31FC-388F-484A-BA50-FF5B2130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0F17E8-DDBC-4396-BA2E-E1A712EE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7948A-4AE5-4A7F-A309-E0765E69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1FC226-CB97-455F-9FFB-BFC88F58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149AD-06A8-4984-B480-CE15BD28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74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1557D-4923-47F4-A63F-7F04AF72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6558C2-A39C-4605-AEA2-FE20C31F4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81B5BF-0361-4D47-B52F-1A210451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268C73-383F-4609-83B0-4A90C066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38987E-E58B-4638-93D3-EB7B3E1BF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131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71670-881A-43BD-8879-FF3F4F21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414D52-33EF-4BC7-88E0-7D62F6DDF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E29934-A726-4D44-A4BE-2BB862561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D7CBA8-3987-403A-99F1-DC6095BF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F3D380-26F5-41C1-B853-727FDC44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91CCFB-B35F-4519-8BA4-3E4B41B8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94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D84DF-131F-4AC1-B97B-50FC4804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57C13D-9865-4D5E-AF2C-3A8589B00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54011A-B0DC-4FA8-9185-9E6527BE1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90E277-131B-4E91-93B9-6C4A0D1ED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6D8036-0A70-4C09-B296-8C98046DB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7BB826-6BA1-4895-B760-8042CD57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297687-7D71-464B-9676-4FB91D92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954918-7314-48CE-B4E8-7EF81121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86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BD47C-CABD-4E04-8697-357CAA0F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806316-974F-40BF-AC05-9FB7686C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E6613E-D3D8-4DE0-BA87-E5759886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99FA1A-5958-4611-B04A-837A365B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09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2DD263-2512-4F75-AA81-9E6934BA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172CC6-70E2-4087-8768-B9E11BB0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52073B-3056-4769-8368-6EA1B572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4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24C04-5FC9-48F8-ADBB-D8F61102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32274F-0FA0-42F2-BEC5-179FB9113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479A69-955D-4F8E-84F9-737A0A9BC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EEF605-CC0F-4768-AD8E-0352F24F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4AC4E9-ABDF-42CA-98FE-2D02C9CC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A0ED03-9313-47B8-95E7-B39079D2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01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6104B-36EC-4157-B12D-D7C16B37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4472F6-148E-4801-ADC9-1AFC6F13C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DD6451-9E98-4CD7-8D91-E8328539E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D02BB7-A5B4-4DEF-B04F-1B2EFCF4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8A8BBB-6BA2-423E-A7BC-13FB22B1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5095AC-2C79-4722-8376-F68917DA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66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F5BAC-B3FD-493D-BF5F-5C1CDA68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9D9953-0BF7-45A2-B5F7-3C2F09CAA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0FB84-0CD2-4A6F-A064-1921B41B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5318FF-E34B-4B95-BF43-6A2EBB6AC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BA0C3-9D3E-4BE7-A059-1E735C0F9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2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FC99E1-ABCD-4C4E-8C5D-6AF5A7759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41BDD8-F6C2-4CC6-A582-F4AA1AD1F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275C74-CFB3-4018-AEB5-D282C705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4780DD-1B03-4058-955F-8F2DD6272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82D851-47CC-43A4-9756-BDEDA536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98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D90447-716B-45ED-A94F-943624A2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ECA4B9-AF53-4660-976A-EAD38204D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CD4ECB-F5ED-4961-A402-FC2987104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05C54-D3E1-41D6-980B-7ADA426705E2}" type="datetimeFigureOut">
              <a:rPr lang="zh-CN" altLang="en-US" smtClean="0"/>
              <a:t>2026/05/04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7D778C-0ECA-4996-A862-2DADF780F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E62098-58C9-4BDB-A93C-FCEF2D3C8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228E2-9E09-4F71-9EB1-EBBD0AD488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12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6654D7-E756-4B4B-8830-6677FD3E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786"/>
            <a:ext cx="12192000" cy="454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93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4EC3A6-6622-40EC-9300-AA49CDCDF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70" y="0"/>
            <a:ext cx="84766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E18C61-EEC4-4015-893D-86DA73CB6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196" y="0"/>
            <a:ext cx="7523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21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1C4371-A01C-4ABF-83F4-7EC3645F3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86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FAFF1E-1B98-4A3D-A627-8BA88AD5A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5853"/>
            <a:ext cx="12192000" cy="284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2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92E4E2-549A-4CA9-B12C-84EBC660E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305"/>
            <a:ext cx="12192000" cy="553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7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77AD0E-6857-40C6-80F1-45610CAE8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045"/>
            <a:ext cx="12192000" cy="619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250194A-DD55-46B5-A382-57F62083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52" y="0"/>
            <a:ext cx="10078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A6849B-8C4C-452C-B58C-8376C0D88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997"/>
            <a:ext cx="12192000" cy="385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3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8A84E2F-EAA6-4479-A5E8-42AD25C12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381" y="0"/>
            <a:ext cx="82152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4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137B9E7-9035-43DB-978D-86C264FEB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428206"/>
            <a:ext cx="10993384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35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0</Words>
  <Application>Microsoft Office PowerPoint</Application>
  <PresentationFormat>宽屏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睿凯</dc:creator>
  <cp:lastModifiedBy>王 睿凯</cp:lastModifiedBy>
  <cp:revision>7</cp:revision>
  <dcterms:created xsi:type="dcterms:W3CDTF">2026-04-30T07:57:52Z</dcterms:created>
  <dcterms:modified xsi:type="dcterms:W3CDTF">2026-05-04T15:20:45Z</dcterms:modified>
</cp:coreProperties>
</file>